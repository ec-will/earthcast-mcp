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Earthcast MCP - Presentation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Overview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Earthcast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Environmental &amp; Weather Data for AI Systems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It Is</a:t>
            </a:r>
          </a:p>
          <a:p>
            <a:pPr lvl="0" indent="0" marL="0">
              <a:buNone/>
            </a:pPr>
            <a:r>
              <a:rPr/>
              <a:t>Model Context Protocol (MCP) server combining comprehensive global weather data with specialized environmental products from Earthcast Technologies API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Stats</a:t>
            </a:r>
          </a:p>
          <a:p>
            <a:pPr lvl="0"/>
            <a:r>
              <a:rPr b="1"/>
              <a:t>17 Total Tools</a:t>
            </a:r>
            <a:r>
              <a:rPr/>
              <a:t>: 15 weather tools + 2 Earthcast tools</a:t>
            </a:r>
          </a:p>
          <a:p>
            <a:pPr lvl="0"/>
            <a:r>
              <a:rPr b="1"/>
              <a:t>9 New Products</a:t>
            </a:r>
            <a:r>
              <a:rPr/>
              <a:t>: Specialized environmental and launch decision data</a:t>
            </a:r>
          </a:p>
          <a:p>
            <a:pPr lvl="0"/>
            <a:r>
              <a:rPr b="1"/>
              <a:t>6+ Platforms</a:t>
            </a:r>
            <a:r>
              <a:rPr/>
              <a:t>: Warp, Claude Desktop, Claude Code, Cline, Cursor, Grok (xAI)</a:t>
            </a:r>
          </a:p>
          <a:p>
            <a:pPr lvl="0"/>
            <a:r>
              <a:rPr b="1"/>
              <a:t>Global Coverage</a:t>
            </a:r>
            <a:r>
              <a:rPr/>
              <a:t>: Weather data worldwide + specialized US launch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Status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Production Ready</a:t>
            </a:r>
            <a:r>
              <a:rPr/>
              <a:t> - All tools tested and documented</a:t>
            </a:r>
            <a:br/>
            <a:r>
              <a:rPr/>
              <a:t>🎯 </a:t>
            </a:r>
            <a:r>
              <a:rPr b="1"/>
              <a:t>DoD Ready</a:t>
            </a:r>
            <a:r>
              <a:rPr/>
              <a:t> - Grok (xAI) support for defense deployment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Core Capabilities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🚀 Launch Decision Support</a:t>
            </a:r>
          </a:p>
          <a:p>
            <a:pPr lvl="0"/>
            <a:r>
              <a:rPr b="1"/>
              <a:t>GO/NO-GO Evaluations</a:t>
            </a:r>
            <a:r>
              <a:rPr/>
              <a:t> with customizable safety thresholds</a:t>
            </a:r>
          </a:p>
          <a:p>
            <a:pPr lvl="0"/>
            <a:r>
              <a:rPr/>
              <a:t>Real-time assessment of lightning, windshear, turbulence, radar</a:t>
            </a:r>
          </a:p>
          <a:p>
            <a:pPr lvl="0"/>
            <a:r>
              <a:rPr/>
              <a:t>Comprehensive launch weather analysis for Cape Canaveral, Vandenberg, etc.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🛰️ Space Weather &amp; Aviation</a:t>
            </a:r>
          </a:p>
          <a:p>
            <a:pPr lvl="0"/>
            <a:r>
              <a:rPr b="1"/>
              <a:t>Neutral Atmospheric Density</a:t>
            </a:r>
            <a:r>
              <a:rPr/>
              <a:t> (100-1000km altitude) - Satellite drag calculations</a:t>
            </a:r>
          </a:p>
          <a:p>
            <a:pPr lvl="0"/>
            <a:r>
              <a:rPr b="1"/>
              <a:t>Ionospheric Density (VTEC)</a:t>
            </a:r>
            <a:r>
              <a:rPr/>
              <a:t> - GPS/radio propagation, space weather</a:t>
            </a:r>
          </a:p>
          <a:p>
            <a:pPr lvl="0"/>
            <a:r>
              <a:rPr b="1"/>
              <a:t>Contrail Formation</a:t>
            </a:r>
            <a:r>
              <a:rPr/>
              <a:t> - Aviation condensation trail prediction</a:t>
            </a:r>
          </a:p>
          <a:p>
            <a:pPr lvl="0"/>
            <a:r>
              <a:rPr b="1"/>
              <a:t>Multi-Level Windshear</a:t>
            </a:r>
            <a:r>
              <a:rPr/>
              <a:t> - Low (5,000 ft) and high-altitude (30,000 ft)</a:t>
            </a:r>
          </a:p>
          <a:p>
            <a:pPr lvl="0"/>
            <a:r>
              <a:rPr b="1"/>
              <a:t>Turbulence Forecasting</a:t>
            </a:r>
            <a:r>
              <a:rPr/>
              <a:t> - Flight safety and passenger comfort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🌍 Complete Weather Coverage</a:t>
            </a:r>
          </a:p>
          <a:p>
            <a:pPr lvl="0"/>
            <a:r>
              <a:rPr/>
              <a:t>Global forecasts (1-16 days, NOAA + Open-Meteo)</a:t>
            </a:r>
          </a:p>
          <a:p>
            <a:pPr lvl="0"/>
            <a:r>
              <a:rPr/>
              <a:t>Current conditions, alerts, historical data (1940-present)</a:t>
            </a:r>
          </a:p>
          <a:p>
            <a:pPr lvl="0"/>
            <a:r>
              <a:rPr/>
              <a:t>Air quality, marine conditions, lightning, rivers, wildfires</a:t>
            </a:r>
          </a:p>
          <a:p>
            <a:pPr lvl="0"/>
            <a:r>
              <a:rPr/>
              <a:t>Location services with saved favorites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Technical Architecture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Integration Pattern</a:t>
            </a:r>
          </a:p>
          <a:p>
            <a:pPr lvl="0" indent="0">
              <a:buNone/>
            </a:pPr>
            <a:r>
              <a:rPr>
                <a:latin typeface="Courier"/>
              </a:rPr>
              <a:t>AI Assistant (Warp/Claude/Grok)
    ↓
MCP Protocol (stdio communication)
    ↓
Earthcast MCP Server
    ├── Earthcast Technologies API ─→ Specialized environmental data
    ├── NOAA ─────────────────────→ US weather (detailed forecasts, alerts)
    ├── Open-Meteo ───────────────→ Global weather &amp; historical (1940-present)
    ├── Nominatim (OpenStreetMap) ─→ Global geocoding &amp; location search
    ├── Blitzortung.org ───────────→ Real-time lightning detection (global)
    ├── RainViewer ────────────────→ Precipitation radar imagery (global)
    ├── NIFC ──────────────────────→ Active wildfire perimeters (US)
    └── USGS ──────────────────────→ River conditions &amp; flood status (US)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API Details</a:t>
            </a:r>
          </a:p>
          <a:p>
            <a:pPr lvl="0" indent="0" marL="0">
              <a:buNone/>
            </a:pPr>
            <a:r>
              <a:rPr b="1"/>
              <a:t>Core Weather Data</a:t>
            </a:r>
            <a:r>
              <a:rPr/>
              <a:t> - </a:t>
            </a:r>
            <a:r>
              <a:rPr b="1"/>
              <a:t>NOAA</a:t>
            </a:r>
            <a:r>
              <a:rPr/>
              <a:t> (National Oceanic &amp; Atmospheric Administration) - Official US weather service, no API key - </a:t>
            </a:r>
            <a:r>
              <a:rPr b="1"/>
              <a:t>Open-Meteo</a:t>
            </a:r>
            <a:r>
              <a:rPr/>
              <a:t> - Global forecasts + 85 years of historical data (ERA5 reanalysis), no API key</a:t>
            </a:r>
          </a:p>
          <a:p>
            <a:pPr lvl="0" indent="0" marL="0">
              <a:buNone/>
            </a:pPr>
            <a:r>
              <a:rPr b="1"/>
              <a:t>Location Services</a:t>
            </a:r>
            <a:r>
              <a:rPr/>
              <a:t> - </a:t>
            </a:r>
            <a:r>
              <a:rPr b="1"/>
              <a:t>Nominatim</a:t>
            </a:r>
            <a:r>
              <a:rPr/>
              <a:t> - OpenStreetMap geocoding with excellent coverage of small towns/villages worldwide</a:t>
            </a:r>
          </a:p>
          <a:p>
            <a:pPr lvl="0" indent="0" marL="0">
              <a:buNone/>
            </a:pPr>
            <a:r>
              <a:rPr b="1"/>
              <a:t>Specialized Services</a:t>
            </a:r>
            <a:r>
              <a:rPr/>
              <a:t> - </a:t>
            </a:r>
            <a:r>
              <a:rPr b="1"/>
              <a:t>Blitzortung.org</a:t>
            </a:r>
            <a:r>
              <a:rPr/>
              <a:t> - Community-operated global lightning network via MQTT, real-time strike data - </a:t>
            </a:r>
            <a:r>
              <a:rPr b="1"/>
              <a:t>RainViewer</a:t>
            </a:r>
            <a:r>
              <a:rPr/>
              <a:t> - Global precipitation radar with tile-based imagery system - </a:t>
            </a:r>
            <a:r>
              <a:rPr b="1"/>
              <a:t>NIFC</a:t>
            </a:r>
            <a:r>
              <a:rPr/>
              <a:t> (National Interagency Fire Center) - ArcGIS service with current wildfire perimeters - </a:t>
            </a:r>
            <a:r>
              <a:rPr b="1"/>
              <a:t>USGS</a:t>
            </a:r>
            <a:r>
              <a:rPr/>
              <a:t> - River gauges and water levels for flood monitoring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Features</a:t>
            </a:r>
          </a:p>
          <a:p>
            <a:pPr lvl="0"/>
            <a:r>
              <a:rPr b="1"/>
              <a:t>Intelligent Caching</a:t>
            </a:r>
            <a:r>
              <a:rPr/>
              <a:t> - 50-80% fewer API calls, &lt;10ms cached responses</a:t>
            </a:r>
          </a:p>
          <a:p>
            <a:pPr lvl="0"/>
            <a:r>
              <a:rPr b="1"/>
              <a:t>Retry Logic</a:t>
            </a:r>
            <a:r>
              <a:rPr/>
              <a:t> - Exponential backoff with jitter for reliability</a:t>
            </a:r>
          </a:p>
          <a:p>
            <a:pPr lvl="0"/>
            <a:r>
              <a:rPr b="1"/>
              <a:t>Multi-Source Fallback</a:t>
            </a:r>
            <a:r>
              <a:rPr/>
              <a:t> - Automatic selection of best data source</a:t>
            </a:r>
          </a:p>
          <a:p>
            <a:pPr lvl="0"/>
            <a:r>
              <a:rPr b="1"/>
              <a:t>Type Safety</a:t>
            </a:r>
            <a:r>
              <a:rPr/>
              <a:t> - Full TypeScript implementation</a:t>
            </a:r>
          </a:p>
          <a:p>
            <a:pPr lvl="0"/>
            <a:r>
              <a:rPr b="1"/>
              <a:t>Production Ready</a:t>
            </a:r>
            <a:r>
              <a:rPr/>
              <a:t> - Comprehensive error handling and logging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Installation (One Command)</a:t>
            </a:r>
          </a:p>
          <a:p>
            <a:pPr lvl="0" indent="0">
              <a:buNone/>
            </a:pPr>
            <a:r>
              <a:rPr>
                <a:latin typeface="Courier"/>
              </a:rPr>
              <a:t>npx earthcast-mcp</a:t>
            </a:r>
          </a:p>
          <a:p>
            <a:pPr lvl="0" indent="0" marL="0">
              <a:buNone/>
            </a:pPr>
            <a:r>
              <a:rPr/>
              <a:t>No installation needed - works immediately with any MCP-compatible AI assistant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4: Real-World Applications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Launch Operations</a:t>
            </a:r>
          </a:p>
          <a:p>
            <a:pPr lvl="0" indent="0" marL="0">
              <a:buNone/>
            </a:pPr>
            <a:r>
              <a:rPr b="1"/>
              <a:t>Query:</a:t>
            </a:r>
            <a:r>
              <a:rPr/>
              <a:t> </a:t>
            </a:r>
            <a:r>
              <a:rPr i="1"/>
              <a:t>“Is it safe to launch from Cape Canaveral today?”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- ✅ Lightning: 0.0 (threshold: 0.5) - </a:t>
            </a:r>
            <a:r>
              <a:rPr b="1"/>
              <a:t>GO</a:t>
            </a:r>
            <a:r>
              <a:rPr/>
              <a:t> - ✅ Windshear: 6.17 m/s (threshold: 15.0) - </a:t>
            </a:r>
            <a:r>
              <a:rPr b="1"/>
              <a:t>GO</a:t>
            </a:r>
            <a:r>
              <a:rPr/>
              <a:t> - </a:t>
            </a:r>
            <a:r>
              <a:rPr b="1"/>
              <a:t>OVERALL: GO FOR LAUNCH</a:t>
            </a:r>
            <a:r>
              <a:rPr/>
              <a:t> 🚀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Aviation Planning</a:t>
            </a:r>
          </a:p>
          <a:p>
            <a:pPr lvl="0" indent="0" marL="0">
              <a:buNone/>
            </a:pPr>
            <a:r>
              <a:rPr b="1"/>
              <a:t>Query:</a:t>
            </a:r>
            <a:r>
              <a:rPr/>
              <a:t> </a:t>
            </a:r>
            <a:r>
              <a:rPr i="1"/>
              <a:t>“Compare surface winds with upper-level conditions at Houston”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- Low-level windshear: 1.34 m/s (very calm) - High-level windshear: 23.71 m/s (significant jet stream) - Turbulence: Moderate (2.74) - Contrail potential: 40.72 (moderate to high)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Space Weather Monitoring</a:t>
            </a:r>
          </a:p>
          <a:p>
            <a:pPr lvl="0" indent="0" marL="0">
              <a:buNone/>
            </a:pPr>
            <a:r>
              <a:rPr b="1"/>
              <a:t>Query:</a:t>
            </a:r>
            <a:r>
              <a:rPr/>
              <a:t> </a:t>
            </a:r>
            <a:r>
              <a:rPr i="1"/>
              <a:t>“Get ionospheric density and neutral atmospheric density at 400km”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- Ionospheric density: 12.38 TECU (moderate activity) - Neutral density (100km): 3.54×10⁻⁷ kg/m³ - Impact analysis for satellite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DoD Weather Intelligence</a:t>
            </a:r>
          </a:p>
          <a:p>
            <a:pPr lvl="0" indent="0" marL="0">
              <a:buNone/>
            </a:pPr>
            <a:r>
              <a:rPr b="1"/>
              <a:t>Query:</a:t>
            </a:r>
            <a:r>
              <a:rPr/>
              <a:t> </a:t>
            </a:r>
            <a:r>
              <a:rPr i="1"/>
              <a:t>“Combined weather and environmental analysis for operational planning”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NOAA standard weather + Earthcast specialized products + launch criteria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5: Historical &amp; Archive Data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Comprehensive Historical Weather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 Coverage</a:t>
            </a:r>
          </a:p>
          <a:p>
            <a:pPr lvl="0" indent="0" marL="0">
              <a:buNone/>
            </a:pPr>
            <a:r>
              <a:rPr b="1"/>
              <a:t>Global weather data from 1940 to present</a:t>
            </a:r>
            <a:r>
              <a:rPr/>
              <a:t> - 85+ years of historical weather records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Dual-Source Strategy</a:t>
            </a:r>
          </a:p>
          <a:p>
            <a:pPr lvl="0" indent="0" marL="0">
              <a:buNone/>
            </a:pPr>
            <a:r>
              <a:rPr b="1"/>
              <a:t>Recent Data (Last 7 Days) - US Only</a:t>
            </a:r>
            <a:r>
              <a:rPr/>
              <a:t> - </a:t>
            </a:r>
            <a:r>
              <a:rPr b="1"/>
              <a:t>Source:</a:t>
            </a:r>
            <a:r>
              <a:rPr/>
              <a:t> NOAA Real-Time API - </a:t>
            </a:r>
            <a:r>
              <a:rPr b="1"/>
              <a:t>Resolution:</a:t>
            </a:r>
            <a:r>
              <a:rPr/>
              <a:t> Detailed hourly observations from weather stations - </a:t>
            </a:r>
            <a:r>
              <a:rPr b="1"/>
              <a:t>Data Points:</a:t>
            </a:r>
            <a:r>
              <a:rPr/>
              <a:t> Temperature, conditions, wind speed/direction, humidity, pressure, precipitation - </a:t>
            </a:r>
            <a:r>
              <a:rPr b="1"/>
              <a:t>Reliability:</a:t>
            </a:r>
            <a:r>
              <a:rPr/>
              <a:t> High accuracy from official weather station networks - </a:t>
            </a:r>
            <a:r>
              <a:rPr b="1"/>
              <a:t>Use Cases:</a:t>
            </a:r>
            <a:r>
              <a:rPr/>
              <a:t> Recent event analysis, trend verification, short-term pattern analysis</a:t>
            </a:r>
          </a:p>
          <a:p>
            <a:pPr lvl="0" indent="0" marL="0">
              <a:buNone/>
            </a:pPr>
            <a:r>
              <a:rPr b="1"/>
              <a:t>Archive Data (1940-Present) - Global</a:t>
            </a:r>
            <a:r>
              <a:rPr/>
              <a:t> - </a:t>
            </a:r>
            <a:r>
              <a:rPr b="1"/>
              <a:t>Source:</a:t>
            </a:r>
            <a:r>
              <a:rPr/>
              <a:t> Open-Meteo Historical Weather API (ERA5 reanalysis) - </a:t>
            </a:r>
            <a:r>
              <a:rPr b="1"/>
              <a:t>Coverage:</a:t>
            </a:r>
            <a:r>
              <a:rPr/>
              <a:t> Worldwide - any location on Earth - </a:t>
            </a:r>
            <a:r>
              <a:rPr b="1"/>
              <a:t>Resolution:</a:t>
            </a:r>
            <a:r>
              <a:rPr/>
              <a:t> 9-25km grid, hourly or daily summaries - </a:t>
            </a:r>
            <a:r>
              <a:rPr b="1"/>
              <a:t>Data Points:</a:t>
            </a:r>
            <a:r>
              <a:rPr/>
              <a:t> Temperature, precipitation, wind, humidity, pressure, cloud cover, snow depth - </a:t>
            </a:r>
            <a:r>
              <a:rPr b="1"/>
              <a:t>Time Ranges:</a:t>
            </a:r>
            <a:r>
              <a:rPr/>
              <a:t> - Hourly data for ranges up to 31 days - Daily summaries for longer periods - </a:t>
            </a:r>
            <a:r>
              <a:rPr b="1"/>
              <a:t>Data Quality:</a:t>
            </a:r>
            <a:r>
              <a:rPr/>
              <a:t> High-resolution reanalysis data validated against observations - </a:t>
            </a:r>
            <a:r>
              <a:rPr b="1"/>
              <a:t>Latency:</a:t>
            </a:r>
            <a:r>
              <a:rPr/>
              <a:t> 5-day delay for most recent data (finalization period)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Real-World Applications</a:t>
            </a:r>
          </a:p>
          <a:p>
            <a:pPr lvl="0" indent="0" marL="0">
              <a:buNone/>
            </a:pPr>
            <a:r>
              <a:rPr b="1"/>
              <a:t>Climate Research &amp; Analysis</a:t>
            </a:r>
            <a:r>
              <a:rPr/>
              <a:t> - Long-term temperature trends and climate change studies - Historical extreme weather events (hurricanes, floods, droughts) - Seasonal pattern analysis across decades - Climate model validation</a:t>
            </a:r>
          </a:p>
          <a:p>
            <a:pPr lvl="0" indent="0" marL="0">
              <a:buNone/>
            </a:pPr>
            <a:r>
              <a:rPr b="1"/>
              <a:t>Operational Planning</a:t>
            </a:r>
            <a:r>
              <a:rPr/>
              <a:t> - Launch site historical weather conditions (“What was the weather on this date last year?”) - Site selection analysis (“Average wind conditions in January for the past 10 years”) - Risk assessment for operations - Insurance and liability analysis</a:t>
            </a:r>
          </a:p>
          <a:p>
            <a:pPr lvl="0" indent="0" marL="0">
              <a:buNone/>
            </a:pPr>
            <a:r>
              <a:rPr b="1"/>
              <a:t>DoD Mission Planning</a:t>
            </a:r>
            <a:r>
              <a:rPr/>
              <a:t> - Historical weather conditions for training scenarios - Environmental baseline assessments for new installations - Operational weather pattern analysis - Post-mission weather reconstruction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Query Examples</a:t>
            </a:r>
          </a:p>
          <a:p>
            <a:pPr lvl="0" indent="0">
              <a:buNone/>
            </a:pPr>
            <a:r>
              <a:rPr>
                <a:latin typeface="Courier"/>
              </a:rPr>
              <a:t>"What was the weather in Paris on January 15, 2024?"
→ Returns: Temperature, precipitation, wind, cloud cover for that specific day
"Show me weather data for Tokyo from Jan 1 to Dec 31, 2020"
→ Returns: Full year of daily summaries with temperature ranges, precipitation totals
"What was the weather like at Cape Canaveral 3 days ago?"
→ Returns: Detailed hourly observations from NOAA (US location)
"Average February conditions at 45°N, 120°W for 2015-2024"
→ Returns: 10-year February weather climatology for that location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Technical Details</a:t>
            </a:r>
          </a:p>
          <a:p>
            <a:pPr lvl="0"/>
            <a:r>
              <a:rPr b="1"/>
              <a:t>Caching:</a:t>
            </a:r>
            <a:r>
              <a:rPr/>
              <a:t> Archived data (&gt;1 day old) cached indefinitely (never changes)</a:t>
            </a:r>
          </a:p>
          <a:p>
            <a:pPr lvl="0"/>
            <a:r>
              <a:rPr b="1"/>
              <a:t>Performance:</a:t>
            </a:r>
            <a:r>
              <a:rPr/>
              <a:t> Fast retrieval for any date in 85+ year archive</a:t>
            </a:r>
          </a:p>
          <a:p>
            <a:pPr lvl="0"/>
            <a:r>
              <a:rPr b="1"/>
              <a:t>No Authentication Required:</a:t>
            </a:r>
            <a:r>
              <a:rPr/>
              <a:t> Free access via Open-Meteo API</a:t>
            </a:r>
          </a:p>
          <a:p>
            <a:pPr lvl="0"/>
            <a:r>
              <a:rPr b="1"/>
              <a:t>Global Coverage:</a:t>
            </a:r>
            <a:r>
              <a:rPr/>
              <a:t> Works for any coordinate pair worldwide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Earthcast MCP delivers: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Launch decision support</a:t>
            </a:r>
            <a:r>
              <a:rPr/>
              <a:t> for space operations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Advanced environmental data</a:t>
            </a:r>
            <a:r>
              <a:rPr/>
              <a:t> for aviation and satellites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Complete weather coverage</a:t>
            </a:r>
            <a:r>
              <a:rPr/>
              <a:t> from proven foundation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Multi-platform support</a:t>
            </a:r>
            <a:r>
              <a:rPr/>
              <a:t> including DoD-ready Grok integration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Production architecture</a:t>
            </a:r>
            <a:r>
              <a:rPr/>
              <a:t> with caching, retry logic, error handling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Ready for deployment across:</a:t>
            </a:r>
          </a:p>
          <a:p>
            <a:pPr lvl="0"/>
            <a:r>
              <a:rPr/>
              <a:t>Defense operations (DoD via Grok)</a:t>
            </a:r>
          </a:p>
          <a:p>
            <a:pPr lvl="0"/>
            <a:r>
              <a:rPr/>
              <a:t>Commercial space launch operations</a:t>
            </a:r>
          </a:p>
          <a:p>
            <a:pPr lvl="0"/>
            <a:r>
              <a:rPr/>
              <a:t>Aviation weather planning</a:t>
            </a:r>
          </a:p>
          <a:p>
            <a:pPr lvl="0"/>
            <a:r>
              <a:rPr/>
              <a:t>Research and environmental monitoring</a:t>
            </a:r>
          </a:p>
          <a:p>
            <a:pPr lvl="0"/>
            <a:r>
              <a:rPr/>
              <a:t>AI-assisted weather intelligence</a:t>
            </a:r>
          </a:p>
          <a:p>
            <a:pPr lvl="0" indent="0" marL="0">
              <a:buNone/>
            </a:pPr>
            <a:r>
              <a:rPr b="1"/>
              <a:t>Built on proven weather-mcp foundation + specialized Earthcast Technologies integration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For more information, see README.md in the project repository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2025-11-27T01:51:41Z</dcterms:created>
  <dcterms:modified xsi:type="dcterms:W3CDTF">2025-11-27T01:51:41Z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